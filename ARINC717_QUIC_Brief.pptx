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ARINC-717 Telemetry &amp; Audio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20040" y="1874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 QUIC with DTN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2834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Operations — High-Level Team Brief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520440"/>
            <a:ext cx="2651760" cy="896112"/>
          </a:xfrm>
          <a:prstGeom prst="rect">
            <a:avLst>
              <a:gd name="adj" fmla="val 8163"/>
            </a:avLst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5661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50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Signals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3520440"/>
            <a:ext cx="2651760" cy="896112"/>
          </a:xfrm>
          <a:prstGeom prst="rect">
            <a:avLst>
              <a:gd name="adj" fmla="val 8163"/>
            </a:avLst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35661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3950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2651760" cy="896112"/>
          </a:xfrm>
          <a:prstGeom prst="rect">
            <a:avLst>
              <a:gd name="adj" fmla="val 8163"/>
            </a:avLst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5661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3950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Reduction in Cruise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 Technical Brief  |  v2.0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We Solving?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Aircraft generate massive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telemetry signals + cockpit audio — all needing to reach the ground station reliably, even over intermittent satellite links.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73152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Links break. Data must not.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48132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connectivity drops during manoeuvres, weather, and handoffs. Traditional TCP stalls and loses frames. We need something smarter.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Bandwidth is scarce &amp; expensive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4015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Transmitting everything, always, wastes cost. We need intelligent buffering — send only when it matters, burst when it's critical.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233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926080"/>
            <a:ext cx="73152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Every byte must be authenticated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4015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aviation, tampered telemetry is catastrophic. Every packet must carry cryptographic proof of origin and integrity before any station trusts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E2D45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simulation that proves ARINC-717 + compressed audio can be reliably, securely transported over QUIC with intelligent store-and-forward — and measure every byte.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7-Layer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signal generation to verified ground reconstruction</a:t>
            </a:r>
            <a:endParaRPr lang="en-US" sz="1200" dirty="0"/>
          </a:p>
        </p:txBody>
      </p:sp>
      <p:pic>
        <p:nvPicPr>
          <p:cNvPr id="4" name="Image 0" descr="/home/claude/arinc717_quic_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822960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1 &amp; 2 — Data Generation &amp; Framing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— 180 Signals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types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1887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Sine, ramp, step, noise, sawtooth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4023360" cy="402336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6276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per sample (4096 levels)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402336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665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0665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words/sec (configurable: 64–1024)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4023360" cy="402336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054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structure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5054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subframes × 1 second each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44368"/>
            <a:ext cx="402336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443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9443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KB/s before compression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4023360" cy="402336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832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method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3832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frame = parameter 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822192"/>
            <a:ext cx="402336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221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table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38221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(Ts=1) to slow (Ts=8) per signal class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— CVR Simulation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188720"/>
            <a:ext cx="411480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1887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1887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Pre-recorded WAV/M4A or live mic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627632"/>
            <a:ext cx="4114800" cy="402336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627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16276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40ms per QUIC send (codec alignment)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066544"/>
            <a:ext cx="411480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0665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0665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KB/s  (16kHz 16-bit mono)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505456"/>
            <a:ext cx="4114800" cy="402336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5054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 (lossless)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25054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KB/s  — exact reconstruction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944368"/>
            <a:ext cx="411480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9443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(lossy)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KB/s  — speech-transparent CVR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383280"/>
            <a:ext cx="4114800" cy="402336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3832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Zstd+PCM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33832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KB/s  — lossless middle ground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822192"/>
            <a:ext cx="411480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822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 insight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38221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is 10× telemetry — the real cost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A2C1E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After compression, telemetry is ~0.3–0.6 KB/s. Audio at 16kbps (Opus) is ~2 KB/s. Total link budget for a full 3-hour flight is dominated by audio — telemetry is nearly free.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3 — Compression &amp; Cryptographic Security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Algorithms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280160"/>
          </a:xfrm>
          <a:prstGeom prst="rect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LZ4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~1 GB/s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Moderate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Real-time telemetry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51760" cy="128016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43000"/>
            <a:ext cx="26517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43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Zstd L3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517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~400 MB/s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792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Good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0665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Balanced frames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143000"/>
            <a:ext cx="2651760" cy="1280160"/>
          </a:xfrm>
          <a:prstGeom prst="rect">
            <a:avLst/>
          </a:prstGeom>
          <a:solidFill>
            <a:srgbClr val="111827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143000"/>
            <a:ext cx="265176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143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Zstd + Dict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517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Best ratio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792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Excellent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0665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Repetitive patterns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Packet Structure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82296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Header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207008" y="2944368"/>
            <a:ext cx="82296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07008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ID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48256" y="2944368"/>
            <a:ext cx="82296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8256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48256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Number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89504" y="2944368"/>
            <a:ext cx="82296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9504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89504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(µs)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30752" y="2944368"/>
            <a:ext cx="82296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0752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30752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Type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0" y="2944368"/>
            <a:ext cx="82296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0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Algo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13248" y="2944368"/>
            <a:ext cx="822960" cy="502920"/>
          </a:xfrm>
          <a:prstGeom prst="rect">
            <a:avLst/>
          </a:prstGeom>
          <a:solidFill>
            <a:srgbClr val="374151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13248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Length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54496" y="2944368"/>
            <a:ext cx="822960" cy="502920"/>
          </a:xfrm>
          <a:prstGeom prst="rect">
            <a:avLst/>
          </a:prstGeom>
          <a:solidFill>
            <a:srgbClr val="0D3320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4496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Payload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095744" y="2944368"/>
            <a:ext cx="822960" cy="502920"/>
          </a:xfrm>
          <a:prstGeom prst="rect">
            <a:avLst/>
          </a:prstGeom>
          <a:solidFill>
            <a:srgbClr val="4A1942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95744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32B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95744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936992" y="2944368"/>
            <a:ext cx="822960" cy="502920"/>
          </a:xfrm>
          <a:prstGeom prst="rect">
            <a:avLst/>
          </a:prstGeom>
          <a:solidFill>
            <a:srgbClr val="4A1942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36992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64B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36992" y="3182112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ECDSA-P256 Sig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3657600"/>
            <a:ext cx="402336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3657600"/>
            <a:ext cx="402336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657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HMAC-SHA256 (per packet)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4023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Microseconds per packet. Symmetric key check — receiver immediately rejects forged or corrupted packets before processing. First line of defence.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63440" y="3657600"/>
            <a:ext cx="402336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3657600"/>
            <a:ext cx="4023360" cy="34747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3657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ECDSA-P256 (per bundle)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754880" y="4023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signature over entire bundle. Proves origin — only the aircraft's private key can sign. Ground station verifies with public key. Non-repudiable.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ACK Strategy — Design Decision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aircraft knows the ground station received each bundle — and what to do when it doesn't</a:t>
            </a:r>
            <a:endParaRPr lang="en-US" sz="1200" dirty="0"/>
          </a:p>
        </p:txBody>
      </p:sp>
      <p:pic>
        <p:nvPicPr>
          <p:cNvPr id="4" name="Image 0" descr="/home/claude/ack_strateg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E2D45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727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approach: QUIC Stream 2 ACK — lightweight receiver stats echoed back every bundle. Enables per-stream BW/latency accounting without DTN overhead.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4 &amp; 5 — DTN Store-and-Forward + QUIC Transport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DTN — Delay/Disruption Tolerant Networking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6908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Bundle written to SQLite queue with TTL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069080" cy="438912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Delivery attempted over QUIC Path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406908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214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On failure → retry Path B automatically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4069080" cy="438912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968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On path recovery → queued bundles drain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406908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723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If all paths down → bundles persist on disk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47872"/>
            <a:ext cx="4069080" cy="438912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4787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Cap: 1000 bundles max, TTL discard warns operator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— Stream Assignment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170432"/>
            <a:ext cx="4069080" cy="1005840"/>
          </a:xfrm>
          <a:prstGeom prst="rect">
            <a:avLst/>
          </a:prstGeom>
          <a:solidFill>
            <a:srgbClr val="111827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170432"/>
            <a:ext cx="73152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243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9744" y="15819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bundles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(reliable, ordered — priority lane)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069080" cy="1005840"/>
          </a:xfrm>
          <a:prstGeom prst="rect">
            <a:avLst/>
          </a:prstGeom>
          <a:solidFill>
            <a:srgbClr val="111827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286000"/>
            <a:ext cx="73152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9744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(reliable, ordered — 40ms chunks)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401568"/>
            <a:ext cx="4069080" cy="1005840"/>
          </a:xfrm>
          <a:prstGeom prst="rect">
            <a:avLst/>
          </a:prstGeom>
          <a:solidFill>
            <a:srgbClr val="111827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401568"/>
            <a:ext cx="73152" cy="10058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9744" y="38130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Server→Client ACKs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(BW stats + latency echo)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526280"/>
            <a:ext cx="4069080" cy="548640"/>
          </a:xfrm>
          <a:prstGeom prst="rect">
            <a:avLst/>
          </a:prstGeom>
          <a:solidFill>
            <a:srgbClr val="1A1F2E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54456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QUIC multiplexing means audio backlog NEVER blocks telemetry — impossible in TCP. Critical for real-time safety data.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4069080" cy="457200"/>
          </a:xfrm>
          <a:prstGeom prst="rect">
            <a:avLst/>
          </a:prstGeom>
          <a:solidFill>
            <a:srgbClr val="1E2D4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148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PING every 500ms. 3 consecutive fails → auto-switch to standby path. Live on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 State Machine — Flight Phase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bandwidth control: only transmit what matters, when it matters</a:t>
            </a:r>
            <a:endParaRPr lang="en-US" sz="1200" dirty="0"/>
          </a:p>
        </p:txBody>
      </p:sp>
      <p:pic>
        <p:nvPicPr>
          <p:cNvPr id="4" name="Image 0" descr="/home/claude/flight_phase_tx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solidFill>
            <a:srgbClr val="1E2D4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For a 3-hour flight with one distress event, ~80% BW reduction vs always-on. Pre-event buffer (last 20 min) automatically burst-sent on distress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Post-Event Buffer Rules &amp; Signal Timing (Ts)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 for distress clearing + how signal sampling intervals (Ts) are assigned</a:t>
            </a:r>
            <a:endParaRPr lang="en-US" sz="1200" dirty="0"/>
          </a:p>
        </p:txBody>
      </p:sp>
      <p:pic>
        <p:nvPicPr>
          <p:cNvPr id="4" name="Image 0" descr="/home/claude/post_event_rule_clar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82296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solidFill>
            <a:srgbClr val="1E2D45"/>
          </a:solidFill>
          <a:ln w="6350">
            <a:solidFill>
              <a:srgbClr val="1D6FA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928616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entry gate: altitude_ft &gt; 25,000 ft for 5 consecutive 4-second frames (20 seconds confirmation).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7 — Ground Station Receiver &amp; Verification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27432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274320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9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QUIC streams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raw bytes into bundles by magic header (0xA717A717). Parallel stream buffers for telemetry vs audio.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27432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82296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59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896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Verification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37160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entire bundle if signature invalid. Only aircraft private key can produce valid signature — tamper proof.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859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896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Per-Packet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 packet with bad HMAC. Fast microsecond check. Corrupted packets never enter the pipeline.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27432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88920"/>
            <a:ext cx="27432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" y="2862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compression_algo field to select correct algorithm. No ambiguity — the header tells the receiver exactly how to unpack.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788920"/>
            <a:ext cx="27432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788920"/>
            <a:ext cx="2743200" cy="5029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03320" y="2862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ARINC-717 Frame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33756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180 signals from their fixed word-slot positions. Position IS the identity — no lookup table needed.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74320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788920"/>
            <a:ext cx="274320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83680" y="28620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&amp; Verify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337560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inverse 12-bit quantisation using [min, max] range. Compare RMS vs generated signal. Error ≤ quantisation noise floor.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Performance Numbers — Demo Dashboard Preview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286000" cy="438912"/>
          </a:xfrm>
          <a:prstGeom prst="rect">
            <a:avLst/>
          </a:prstGeom>
          <a:solidFill>
            <a:srgbClr val="1D6FA4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914400"/>
            <a:ext cx="1463040" cy="438912"/>
          </a:xfrm>
          <a:prstGeom prst="rect">
            <a:avLst/>
          </a:prstGeom>
          <a:solidFill>
            <a:srgbClr val="1D6FA4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9144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914400"/>
            <a:ext cx="1828800" cy="438912"/>
          </a:xfrm>
          <a:prstGeom prst="rect">
            <a:avLst/>
          </a:prstGeom>
          <a:solidFill>
            <a:srgbClr val="1D6FA4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914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Compression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1371600" cy="438912"/>
          </a:xfrm>
          <a:prstGeom prst="rect">
            <a:avLst/>
          </a:prstGeom>
          <a:solidFill>
            <a:srgbClr val="1D6FA4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914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HMAC+ECDSA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914400"/>
            <a:ext cx="1371600" cy="438912"/>
          </a:xfrm>
          <a:prstGeom prst="rect">
            <a:avLst/>
          </a:prstGeom>
          <a:solidFill>
            <a:srgbClr val="1D6FA4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914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Headers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353312"/>
            <a:ext cx="2286000" cy="438912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35331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(1024 w/s)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1353312"/>
            <a:ext cx="146304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3533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KB/s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353312"/>
            <a:ext cx="182880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13533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~0.3–0.6 KB/s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353312"/>
            <a:ext cx="137160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3533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 KB/s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1353312"/>
            <a:ext cx="137160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13533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 KB/s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1792224"/>
            <a:ext cx="2286000" cy="438912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17922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— FLAC (lossless)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51760" y="1792224"/>
            <a:ext cx="1463040" cy="438912"/>
          </a:xfrm>
          <a:prstGeom prst="rect">
            <a:avLst/>
          </a:prstGeom>
          <a:solidFill>
            <a:srgbClr val="161E2F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1792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KB/s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0" y="1792224"/>
            <a:ext cx="1828800" cy="438912"/>
          </a:xfrm>
          <a:prstGeom prst="rect">
            <a:avLst/>
          </a:prstGeom>
          <a:solidFill>
            <a:srgbClr val="161E2F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179222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~12–16 KB/s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1792224"/>
            <a:ext cx="1371600" cy="438912"/>
          </a:xfrm>
          <a:prstGeom prst="rect">
            <a:avLst/>
          </a:prstGeom>
          <a:solidFill>
            <a:srgbClr val="161E2F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179222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 KB/s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1792224"/>
            <a:ext cx="1371600" cy="438912"/>
          </a:xfrm>
          <a:prstGeom prst="rect">
            <a:avLst/>
          </a:prstGeom>
          <a:solidFill>
            <a:srgbClr val="161E2F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179222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 KB/s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2231136"/>
            <a:ext cx="2286000" cy="438912"/>
          </a:xfrm>
          <a:prstGeom prst="rect">
            <a:avLst/>
          </a:prstGeom>
          <a:solidFill>
            <a:srgbClr val="1E2D45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23113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— Opus (16kbps)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51760" y="2231136"/>
            <a:ext cx="146304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22311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KB/s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0" y="2231136"/>
            <a:ext cx="182880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22311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KB/s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2231136"/>
            <a:ext cx="137160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223113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 KB/s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2231136"/>
            <a:ext cx="1371600" cy="438912"/>
          </a:xfrm>
          <a:prstGeom prst="rect">
            <a:avLst/>
          </a:prstGeom>
          <a:solidFill>
            <a:srgbClr val="111827"/>
          </a:solidFill>
          <a:ln w="6350">
            <a:solidFill>
              <a:srgbClr val="2E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223113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 KB/s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487168"/>
            <a:ext cx="2011680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542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~0.5 KB/s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365760" y="2962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after Zstd+Dict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14600" y="2487168"/>
            <a:ext cx="2011680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2542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 KB/s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2514600" y="2962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after Opus 16kbps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2487168"/>
            <a:ext cx="2011680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2542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 ms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4663440" y="2962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per packet overhead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12280" y="2487168"/>
            <a:ext cx="2011680" cy="91440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12280" y="254203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 ms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6812280" y="2962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per bundle signing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3520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Measurement Method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65760" y="3858768"/>
            <a:ext cx="8412480" cy="228600"/>
          </a:xfrm>
          <a:prstGeom prst="rect">
            <a:avLst/>
          </a:prstGeom>
          <a:solidFill>
            <a:srgbClr val="111827"/>
          </a:solidFill>
          <a:ln w="3810">
            <a:solidFill>
              <a:srgbClr val="2E4A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3858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Each packet carries a microsecond send timestamp embedded in the header.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4105656"/>
            <a:ext cx="8412480" cy="228600"/>
          </a:xfrm>
          <a:prstGeom prst="rect">
            <a:avLst/>
          </a:prstGeom>
          <a:solidFill>
            <a:srgbClr val="1E2D45"/>
          </a:solidFill>
          <a:ln w="3810">
            <a:solidFill>
              <a:srgbClr val="2E4A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41056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Receiver echoes timestamp back on Stream 2 (ACK channel).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4352544"/>
            <a:ext cx="8412480" cy="228600"/>
          </a:xfrm>
          <a:prstGeom prst="rect">
            <a:avLst/>
          </a:prstGeom>
          <a:solidFill>
            <a:srgbClr val="111827"/>
          </a:solidFill>
          <a:ln w="3810">
            <a:solidFill>
              <a:srgbClr val="2E4A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3525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Sender computes RTT = receive_time − send_time, and one-way = RTT/2.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" y="4599432"/>
            <a:ext cx="8412480" cy="228600"/>
          </a:xfrm>
          <a:prstGeom prst="rect">
            <a:avLst/>
          </a:prstGeom>
          <a:solidFill>
            <a:srgbClr val="1E2D45"/>
          </a:solidFill>
          <a:ln w="3810">
            <a:solidFill>
              <a:srgbClr val="2E4A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599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Separate per-stream latency tracked: telemetry vs audio independently.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Architecture — Clean Separation of Concerns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3192" y="109728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tunable parameters. No magic numbers in code. Switch word rate, codec, paths — zero other changes.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822960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822960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896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42032" y="109728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signal_generator.py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42032" y="1417320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signals → numpy arrays. Configurable types: sine, ramp, step, noise, sawtooth.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822960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896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90872" y="109728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arinc717_ts.py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90872" y="1417320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ARINC-717 framer with Ts-aware word slot assignment. 521/1024 words used. Compatible with base spec.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822960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822960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896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39712" y="109728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flight_phase.py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39712" y="1417320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ENGINE_OFF→TAXI→TAKEOFF→CLIMB→CRUISE→DESCENT→LANDING. CruiseBuffer (20-min rolling). Distress detection on 15 signals.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295144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295144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368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3192" y="256946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tx_manager.py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3192" y="2889504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phase→TX policy. BUFFERED in cruise. DISTRESS fires burst. POST_EVENT collects 20 min then bursts. Returns to BUFFERED.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2295144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2295144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2368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42032" y="256946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compressor.py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42032" y="2889504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interface: LZ4, Zstd, Zstd+Dict, FLAC, Opus. One compress(data, algo) call. Ground station mirrors exactly.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2295144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2295144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368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90872" y="256946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packet_builder.py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90872" y="2889504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pack: header + payload + HMAC-SHA256. Fixed byte layout. Ground station mirrors exactly.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66560" y="2295144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66560" y="2295144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2368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39712" y="256946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bundle_signer.py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39712" y="2889504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ECDSA-P256 sign/verify per bundle. Private key stays on aircraft node. Public key distributed to ground stations.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3767328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3767328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93192" y="40416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dtn_queue.py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93192" y="4361688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persistent queue. TTL management. Dual-path failover. link_monitor pings every 500ms.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68880" y="3767328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68880" y="3767328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42032" y="40416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quic_client.py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542032" y="4361688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aioquic aircraft sender. Three streams. RTT measurement. Per-stream BW tracker.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17720" y="3767328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17720" y="3767328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90872" y="40416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quic_server.py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690872" y="4361688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aioquic ground station. Receives, verifies, decompresses, reconstructs. Mirrors client stats.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766560" y="3767328"/>
            <a:ext cx="210312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0" y="3767328"/>
            <a:ext cx="21031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6656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39712" y="40416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metrics.py + dashboard.py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839712" y="4361688"/>
            <a:ext cx="1956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1-second BW window. Per-stream latency. Live terminal UI via rich. Shows every byte breakdown.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Anticipated Questions &amp; Design Decisions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114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961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QUIC over TCP?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3858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TCP head-of-line blocking stalls telemetry when audio bursts. QUIC streams are independent — telemetry always gets through.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8961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both HMAC and ECDSA?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1280160"/>
            <a:ext cx="3858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HMAC = fast per-packet integrity check (microseconds). ECDSA = non-repudiable origin proof (proves aircraft signed it). Neither alone is sufficient.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4114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12848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8600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is the 20-min buffer circular, not flushed?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670048"/>
            <a:ext cx="3858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We always want the LAST 20 minutes up to the distress moment. A flush-every-20-min model would lose the minutes just before the event.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12848"/>
            <a:ext cx="4114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212848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28600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both paths are down simultaneously?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2670048"/>
            <a:ext cx="3858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Bundles queue to SQLite (disk) with TTL. When any path recovers, queue drains automatically. Dashboard shows queue depth live.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02736"/>
            <a:ext cx="4114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02736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67588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12-bit quantisation a problem for accuracy?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4059936"/>
            <a:ext cx="3858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It's spec-compliant. Error = range/4096. We document the exact error bound and prove it's within spec at ground station via RMS comparison.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02736"/>
            <a:ext cx="411480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602736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67588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we add more signals beyond 180?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4059936"/>
            <a:ext cx="3858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Yes. config.py sets the count. The framer will allocate word slots automatically. 1024 words/subframe gives room for 503 additional slots.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Are Building — And Why It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technically rigorous, fully measurable simulation that proves aviation telemetry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cockpit audio can be transported reliably, securely, and intelligently over modern internet protocols.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2651760" cy="1463040"/>
          </a:xfrm>
          <a:prstGeom prst="rect">
            <a:avLst/>
          </a:prstGeom>
          <a:solidFill>
            <a:srgbClr val="1E2D45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0"/>
            <a:ext cx="2651760" cy="4389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demo — two QUIC servers on localhost. Kill Path A mid-demo to trigger visible failover. Dashboard live.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560320"/>
            <a:ext cx="2651760" cy="1463040"/>
          </a:xfrm>
          <a:prstGeom prst="rect">
            <a:avLst/>
          </a:prstGeom>
          <a:solidFill>
            <a:srgbClr val="1E2D45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560320"/>
            <a:ext cx="2651760" cy="4389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560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017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— two VMs with OpenConnect VPN as satellite link. Disconnect VPN mid-demo for real network failover.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651760" cy="1463040"/>
          </a:xfrm>
          <a:prstGeom prst="rect">
            <a:avLst/>
          </a:prstGeom>
          <a:solidFill>
            <a:srgbClr val="1E2D45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560320"/>
            <a:ext cx="2651760" cy="4389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560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demo — live dashboard showing per-channel BW, latency, compression ratio, ECDSA verification speed.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0D281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7024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is the proof. Every number on the dashboard is real, measured, and defensible to a technical client.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ARINC-717 Telemetry + Audio over QUIC with DTN</dc:title>
  <dc:subject>PptxGenJS Presentation</dc:subject>
  <dc:creator>PptxGenJS</dc:creator>
  <cp:lastModifiedBy>PptxGenJS</cp:lastModifiedBy>
  <cp:revision>1</cp:revision>
  <dcterms:created xsi:type="dcterms:W3CDTF">2026-03-29T09:16:53Z</dcterms:created>
  <dcterms:modified xsi:type="dcterms:W3CDTF">2026-03-29T09:16:53Z</dcterms:modified>
</cp:coreProperties>
</file>